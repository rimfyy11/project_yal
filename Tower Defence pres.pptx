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176BC5-4C71-4F0C-8B4B-F78514C05649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8709F3-CB3D-4A1B-ABAD-FBC8217C66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1642B9-BD77-43B5-93EE-88CF6422B5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8B0D3C-859E-4A3D-A670-4AFDCC25B1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C2810C-27C5-48C0-9344-D8A98B9DC1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996D1B-BEA7-4685-81B5-7BB2FD2BEA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7CBAF4-017F-4485-AB9F-200EA6519B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2018880" y="1398240"/>
            <a:ext cx="5105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400"/>
              </a:lnSpc>
              <a:tabLst>
                <a:tab algn="l" pos="0"/>
              </a:tabLst>
            </a:pPr>
            <a:r>
              <a:rPr lang="en-US" sz="45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TOWER DEFENCE</a:t>
            </a:r>
            <a:endParaRPr lang="ru-RU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2676240" y="2236680"/>
            <a:ext cx="379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Космическая Оборона: Laser Pulse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494160" y="3013920"/>
            <a:ext cx="21549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Проект на Python + Arcade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186080" y="3558600"/>
            <a:ext cx="771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71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Ваня и Вика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Идея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914400" y="1249560"/>
            <a:ext cx="7619760" cy="11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Создание простой tower defence игры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Игрок ставит башни и защищает базу от врагов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Волны врагов с растущей сложностью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Реализация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914400" y="1249560"/>
            <a:ext cx="7619760" cy="19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Язык: Python 3, библиотека arcade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Использование спрайтов (Sprite, SpriteList)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Два уровня сложности (больше врагов и выше скорость)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Хранение лучшего счёта в SQLite базе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Код разделён на функции/классы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Основные классы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914400" y="1249560"/>
            <a:ext cx="761976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Enemy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- враг (здоровье, скорость, движение по пути)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FastEnemy, StrongEnemy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- подтипы врагов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Tower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- башня (радиус атаки, урон, скорострельность)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BasicTower, SniperTower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- типы башень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Rocket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- пуля (летит к врагу и наносит урон)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Game</a:t>
            </a: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- главный класс (окно, волны, ввод)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Выводы</a:t>
            </a:r>
            <a:endParaRPr lang="ru-RU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Сложнее, чем казалось вначале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Весь код в одном файле (можно разделить на модули)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Успешная реализация игровой механики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База данных работает для рекордов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1983600" y="1980000"/>
            <a:ext cx="517680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32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Спасибо за внимание!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119840" y="2581200"/>
            <a:ext cx="9036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478400" y="3152880"/>
            <a:ext cx="1864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71"/>
              </a:lnSpc>
              <a:tabLst>
                <a:tab algn="l" pos="0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LibreOffice/25.8.4.2$Windows_X86_64 LibreOffice_project/290daaa01b999472f0c7a3890eb6a550fd74c6df</Application>
  <AppVersion>15.0000</AppVersion>
  <Words>0</Words>
  <Paragraphs>0</Paragraphs>
  <Company>Perplexity 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2026-01-29T13:48:34Z</dcterms:created>
  <dc:creator>Perplexity</dc:creator>
  <dc:description/>
  <dc:language>ru-RU</dc:language>
  <cp:lastModifiedBy/>
  <dcterms:modified xsi:type="dcterms:W3CDTF">2026-01-29T16:53:40Z</dcterms:modified>
  <cp:revision>2</cp:revision>
  <dc:subject>PptxGenJS Presentation</dc:subject>
  <dc:title>Converted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